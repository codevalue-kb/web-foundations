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2971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3-Hour Course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3401568"/>
            <a:ext cx="23774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fundamentals to automation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69848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005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to Software Testing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1444752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38074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Testing Pyramid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1819656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75564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Test Types (Unit, Integration, UI, E2E)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83280" y="2194560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1305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Test Automation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2569464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5054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Testing Tools Overview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2944368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880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Setting Up Jest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3319272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2552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Writing Unit Tests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3694176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630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Coverage Reports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3280" y="4069080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40050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Mocks, Spies &amp; Stubs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83280" y="4443984"/>
            <a:ext cx="2286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43799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CI/CD &amp; Test Strategy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it matters, and key concepts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Software Testing?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376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39090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evaluating a software system to find discrepancies between expected and actual behavior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product meets requirements and works correctly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0580" y="1234440"/>
            <a:ext cx="41376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0580" y="12344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7740" y="13441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7740" y="1728216"/>
            <a:ext cx="39090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bugs before users 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functionality &amp; performance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software quality and confidence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 of fixing issues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376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64008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1868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Tests?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602736"/>
            <a:ext cx="39090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(unit tests)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Engineers (manual &amp; automation)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teams (acceptance)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(beta / UAT)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0580" y="3108960"/>
            <a:ext cx="41376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0580" y="310896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7740" y="321868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Test?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7740" y="3602736"/>
            <a:ext cx="39090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and often (shift-left testing)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development (TDD)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releases (regression)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deployment (smoke tests)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Testing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poor software quality (US)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8016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defects are introduced in requirements or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8016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17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fix bugs in production vs dev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Examples of Bugs with Huge Impact: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Climate Orbiter (1999) — Unit mismatch crash: $327M lost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Therac-25 radiation machine — Software bug caused deaths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Capital (2012) — Trading bug lost $440M in 45 minutes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Testing Concepts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2697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8016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/ Defect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in code that causes incorrect behavior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97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80160"/>
            <a:ext cx="6400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inputs, steps, and expected outcomes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97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280160"/>
            <a:ext cx="64008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test cases grouped together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2697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6324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new changes don't break existing features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063240"/>
            <a:ext cx="2697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306324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3520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that passes/fails non-deterministically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063240"/>
            <a:ext cx="2697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3063240"/>
            <a:ext cx="6400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3520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code exercised by tests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vs Validation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411480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618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building the product RIGHT?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walkthroughs, inspections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against specs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execution needed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during development process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34440"/>
            <a:ext cx="41148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6187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building the RIGHT product?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testing (running the code)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system testing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 with stakeholders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required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at the end or during dev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Discussion Exercise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software product you use daily. What types of bugs could it have?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 and discuss: which is worse — a product with many small bugs, or one with a single catastrophic bug?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3 test cases (inputs + expected outputs) for a simple login form.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Look up the 'Ariane 5' rocket crash of 1996 — what type of bug caused it?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Testing Pyramid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balance between test types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Testing Pyramid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474720"/>
            <a:ext cx="786384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74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Cheap · Many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603504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speed · Moderate cost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1280160"/>
            <a:ext cx="384048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80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UI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· Expensive · Few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3566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Pyramid Shape?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376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39090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milliseconds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tests: seconds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tests: minutes to hours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tests → fast feedback loops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tests discourage running them often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0580" y="1234440"/>
            <a:ext cx="41376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0580" y="123444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7740" y="13441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Maintenance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7740" y="1728216"/>
            <a:ext cx="39090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are cheap to write &amp; fix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are brittle and expensive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 break E2E tests easily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unit tests = lower maintenance burden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376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729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Isolation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557016"/>
            <a:ext cx="39090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tests single function/class in isolation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tests how modules work together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E2E: tests entire user workflows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scope = easier to debug failures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0580" y="3063240"/>
            <a:ext cx="41376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0580" y="3063240"/>
            <a:ext cx="64008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7740" y="31729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Anti-Pattern: Ice Cream Cone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7740" y="3557016"/>
            <a:ext cx="39090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manual &amp; E2E 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unit 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CI pipelines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root cause of failures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this at all costs!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Pyramid — Tradeoffs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356616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2194560"/>
                <a:gridCol w="192024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 (ms)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(sec)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stable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Brittle/flaky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interaction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user 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(70%)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(20%)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(10%)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Pyramid Analysis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banking app (login, transfer money, view statements, notifications), sketch the test pyramid. How many of each type would you write?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currently has 200 E2E tests, 50 integration, and 30 unit tests. What problems might you face? How would you fix this?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When would it make sense to have MORE E2E tests than usual?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Integration · UI · E2E · And more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single unit of code (function/class) in complete isolation.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test type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dependencies (DB, network, file system)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mocks/stubs for dependencies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one thing at a 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Developer-written (often TDD)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0580" y="169164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774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774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calculateTax(price, rate)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given price=100 rate=0.2 → expect 20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given price=0 → expect 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given negative price → expect error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AAA: Arrange, Act, Assert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assertion per test ideally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 (null, empty, boundary)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tests descriptively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058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0580" y="338328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774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774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implementation details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assertions in one 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test order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framework code (not yours)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how multiple units/modules work together as a group.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interactions &amp; data flow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 and responses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(controller → service → DB)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operations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service integrations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0580" y="169164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774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Integration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774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Bang — integrate all at once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— start from high-level modules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— start from low-level modules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— integrate step by step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/users creates a user in DB and returns 201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 correctly notifies payment service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stores to S3 and updates DB record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058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0580" y="33832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774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774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 (Node HTTP testing)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real DB (in-memory or Docker)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Newman (API tests)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Component Testing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UI components render and behave correctly.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React/Vue/Angular components in isolation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correctly with given props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user events (click, type)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correct state after interactions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React Testing Library, Vue Test Utils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0580" y="16916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774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774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rendered output and save as snapshot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runs compare to saved snapshot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catches unintended UI changes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Danger: easy to blindly update snapshots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pixel-by-pixel screenshots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unintended visual changes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Percy, Chromatic, Playwright screenshots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058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0580" y="338328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774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774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UI is accessible to all users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ARIA attributes, keyboard navigation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axe-core, jest-axe, Lighthouse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(E2E) Testing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complete user workflows through the entire application stack.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E2E Tests Cover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journeys end-to-end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rendering &amp; interaction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backend + database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form submissions, navigation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0580" y="16916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774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774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— can take minutes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realistic (like a real user)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brittle — UI changes break 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confidence when they pass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critical paths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(Microsoft) — recommended 2024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— developer-friendly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— cross-browser, older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— Chrome automation by Google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058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0580" y="33832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774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774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Navigate to /login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Enter valid credentials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'Login' button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Assert redirect to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Assert user name visible in header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Important Test Types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712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2484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Testing: normal/peak load (k6, JMeter)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Testing: extreme conditions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Testing: sudden traffic bursts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response time, throughput, errors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5640" y="1234440"/>
            <a:ext cx="2712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234440"/>
            <a:ext cx="6400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80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2800" y="1728216"/>
            <a:ext cx="2484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SAST: Static code analysis (Snyk, SonarQube)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DAST: Dynamic attack simulation (OWASP ZAP)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OWASP Top 10 vulnerabilities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5520" y="1234440"/>
            <a:ext cx="2712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1234440"/>
            <a:ext cx="6400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268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2680" y="1728216"/>
            <a:ext cx="2484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API contracts between services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Contracts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Pact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microservices architectures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712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6400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2724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&amp; Sanity Tests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11296"/>
            <a:ext cx="2484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Smoke: Quick check key features work after deploy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Sanity: Narrow check after small change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CI/CD pipeline gates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minutes, block bad deploys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5640" y="3017520"/>
            <a:ext cx="2712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5640" y="3017520"/>
            <a:ext cx="64008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2800" y="312724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 (UAT)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52800" y="3511296"/>
            <a:ext cx="2484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stakeholders verify requirements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manual or semi-automated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/ BDD format (Given/When/Then)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Cucumber, SpecFlow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65520" y="3017520"/>
            <a:ext cx="27127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65520" y="3017520"/>
            <a:ext cx="64008" cy="1645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2680" y="312724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02680" y="3511296"/>
            <a:ext cx="2484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Unscripted human testing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uses creativity &amp; intuition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bugs automated tests miss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for complex workflows &amp; UX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— Test Type Mapping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e-commerce checkout flow, list 2 tests you'd write for each type: unit, integration, component, E2E.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Debate: Should developers write E2E tests or only unit/integration tests? Who owns each type?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 scenario: 'User clicks Add to Cart and count updates'. Write it as: (a) a unit test, (b) a component test, (c) an E2E test.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Principles, patterns, and when to automate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 Automated Testing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41148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"Human judgment, creativity"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executes test steps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exploratory testing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UX / usability checks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scalable or repeatable reliably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can't run 1000 tests in CI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long-term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34440"/>
            <a:ext cx="4114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618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"Speed, repeatability, scale"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2402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executes test steps automatically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seconds in CI pipeline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every run (deterministic)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thousands of tests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upfront cost, low long-term cost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good for: UX, layout, creative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Automate?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decision framework: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3291840"/>
        </p:xfrm>
        <a:graphic>
          <a:graphicData uri="http://schemas.openxmlformats.org/drawingml/2006/table">
            <a:tbl>
              <a:tblPr/>
              <a:tblGrid>
                <a:gridCol w="438912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Always automate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manual test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Strong candidate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business 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Always automate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Automate with test data 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Keep 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 / UX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Keep 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bug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Depends on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that run once a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Cost may not justify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AAA Pattern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good test follows Arrange → Act → Assert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697480" cy="32461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45920"/>
            <a:ext cx="269748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test scenario — create objects, mock dependencies, prepare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2514600" cy="155448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461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Arrange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cart = new ShoppingCart();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cart.addItem({ id: 1, price: 50 });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645920"/>
            <a:ext cx="2697480" cy="3246120"/>
          </a:xfrm>
          <a:prstGeom prst="rect">
            <a:avLst/>
          </a:prstGeom>
          <a:solidFill>
            <a:srgbClr val="1E293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645920"/>
            <a:ext cx="26974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6642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55848" y="23042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the action being tested — call the function, trigger the event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3200400"/>
            <a:ext cx="2514600" cy="155448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32461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total = cart.calculateTotal();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2697480" cy="32461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645920"/>
            <a:ext cx="26974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16642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08776" y="23042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result matches expectations — one focused assertion is ideal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63056" y="3200400"/>
            <a:ext cx="2514600" cy="155448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32461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expect(total).toBe(50);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— Test Driven Development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 BEFORE writing code — Red → Green → Refactor cycle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286000" cy="228600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failing 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functionality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2834640"/>
            <a:ext cx="36576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697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83280" y="1691640"/>
            <a:ext cx="2286000" cy="228600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minimal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test 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2834640"/>
            <a:ext cx="3657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697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286000" cy="228600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REFACTOR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keeping tests green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TDD: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4622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you to think about design before coding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code has a corresponding 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regression protection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small, focused functions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— TDD Exercise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TDD: implement a 'FizzBuzz' function using Red→Green→Refactor. Start by writing the tests first.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failing test for a 'Stack' data structure (push, pop, isEmpty). Then implement the Stack to pass the tests.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edge cases — what happens when you pop from an empty stack? Write the test first!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from unit tests to E2E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JavaScript/TypeScript Testing Ecosystem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test runner &amp; framework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assertions, mocking, coverage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Node.js &amp; browser (jsdom)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for React apps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jest.config.js easy configuration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564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23444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80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280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Vite-native unit test framework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Jest-compatible API (easy migration)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(native ESM)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 for Vite projects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TypeScript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552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12344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268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268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E2E framework (2024 top pick)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Cross-browser: Chrome, Firefox, Safari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Auto-wait, no flakiness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 for debugging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support too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Developer-friendly E2E testing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test runner in browser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 debugging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DX and documentation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Limited: only Chrome-family + Firefox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564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5640" y="292608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280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Testing Library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5280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components as users see them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by role, text, label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accessible code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Jest or Vitest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6552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65520" y="292608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268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Library (general)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0268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Testing Library core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Testing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Testing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 Testing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across frameworks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by Test Type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374904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011680"/>
                <a:gridCol w="237744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/ Vitest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Mocha + Chai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isolated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+ Supertest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 + Supertest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DB or in-memory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Testing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Enzyme (legacy)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behavior, not impl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paths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Percy / Chromatic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BackstopJS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diff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Supertest / Postman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Insomnia / Newman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CI-friendly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k6 / Artillery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&amp; 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 / Snyk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DAST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axe-core / jest-axe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— Tools Exploration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Jest documentation (jestjs.io). Find and describe: how to skip a test, how to run only one test, and how to set a test timeout.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Playwright vs Cypress. Create a comparison with 5 key differences. Which would you choose for a new project and why?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React Testing Library's 'Which query should I use?' guide. How does querying by role differ from querying by test-id?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Jest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configuration &amp; first test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Jest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setup for a Node.js / React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 Jest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2697480" cy="292608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--save-dev jest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TypeScript: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--save-dev jest ts-jest @types/jest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React (CRA):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--save-dev @testing-library/react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@testing-library/jest-dom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18688" y="1645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package.json scripts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993392"/>
            <a:ext cx="2697480" cy="292608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05740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"scripts":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"test": "jest",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"test:watch": "jest --watch",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"test:coverage": "jest --coverage"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71616" y="1645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jest.config.js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993392"/>
            <a:ext cx="2697480" cy="292608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205740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testEnvironment: "node",  // or "jsdom"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{},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collectCoverageFrom: ["src/**/*.js"],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coverageThreshold: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global: { lines: 80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Configuration Options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testEnvironment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"node" — for Node.js / API code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"jsdom" — for browser/React code (default in CRA)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"happy-dom" — faster alternative to jsdom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564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23444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80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testMatch / testRegex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280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**/__tests__/**/*.js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**/*.spec.js  and  **/*.test.js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Custom: testRegex: "(/tests/.*\.test\.js)"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552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123444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268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268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process files before testing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babel-jest for JSX/modern JS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ts-jest for TypeScript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 needed for plain Node.js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moduleNameMapper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imports to mocks or aliases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alias: "^@/(.*)$": "&lt;rootDir&gt;/src/$1"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modules: stub files for .css/.svg imports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564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5640" y="292608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280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setupFilesAfterFramework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5280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after Jest framework installs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use: import "@testing-library/jest-dom"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global test helpers or DB setup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6552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65520" y="292608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268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globalSetup / globalTeardown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0268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before/after all test suites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starting a test DB server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seeding test data once globally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— Setup Exercise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folder, initialize npm, and install Jest. Create a simple math.js file with add() and multiply() functions.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first test file math.test.js with at least 3 test cases for each function.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test and verify all tests pass. Then intentionally break one test — observe the error output.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jest.config.js with testEnvironment: 'node' and run tests again.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Unit Tests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patterns &amp; best practices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Structure — describe &amp; it/test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029200" cy="36576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describe('ShoppingCart',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describe('addItem',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it('adds an item to empty cart',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Arrange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cart = new ShoppingCart();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cart.addItem({ id: 1, price: 10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Assert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expect(cart.items).toHaveLength(1);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it('increments count for same item',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cart = new ShoppingCart();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cart.addItem({ id: 1, price: 10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cart.addItem({ id: 1, price: 10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expect(cart.getItemCount(1)).toBe(2);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describe('calculateTotal',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it('returns 0 for empty cart',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cart = new ShoppingCart();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expect(cart.calculateTotal()).toBe(0);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7784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tests together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it() / test()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test case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describe()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Sub-group for a method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names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4526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"does X when Y"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Matchers — expect().to...()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toBe(value) — strict equality (===)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toEqual(obj) — deep object equality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toStrictEqual — like toEqual + undefined checks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toBeCloseTo(n) — for floating point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564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2344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80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Truthiness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280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toBeTruthy() / toBeFalsy()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toBeNull() / toBeUndefined()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toBeDefined()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not.toBeNull() — negation with .not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552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123444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268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268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toBeGreaterThan(n)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toBeLessThan(n)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toBeGreaterThanOrEqual(n)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toBeNaN()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toMatch(/regex/) or toMatch("string")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toContain(substring)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toHaveLength(n)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expect("hello").toMatch(/ell/)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564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5640" y="292608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280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Objects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5280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toContain(item) — array contains item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toHaveLength(n)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toHaveProperty('key', value)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expect.objectContaining({...})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6552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65520" y="292608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268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Async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0268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toThrow() / toThrow('message')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resolves.toBe() for promises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rejects.toThrow() for rejected promises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async/await in test function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beforeEach, afterEach, beforeAll, afterAll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846320" cy="36576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4663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describe('Database Tests',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db;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beforeAll(async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Runs ONCE before all tests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 = await Database.connect();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afterAll(async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Runs ONCE after all tests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db.disconnect();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beforeEach(async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Runs before EACH 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db.seed(testData);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afterEach(async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Runs after EACH 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db.clearTestData();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it('finds user by id', async 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user = await db.findUser(1);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expect(user.name).toBe('Alice');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64008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8988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beforeAll / afterAll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773936"/>
            <a:ext cx="8183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per describe block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DB connections, server startup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setup that tests share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test pollution if shared state mutated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8412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6400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7296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 / afterEach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557016"/>
            <a:ext cx="8183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before/after EVERY 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fresh data, clearing mocks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test isolation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lifecycle hook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Naming Best Practices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test names act as documentation — they explain WHAT the code does.</a:t>
            </a:r>
            <a:endParaRPr lang="en-US" sz="12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8412480" cy="3291840"/>
        </p:xfrm>
        <a:graphic>
          <a:graphicData uri="http://schemas.openxmlformats.org/drawingml/2006/table">
            <a:tbl>
              <a:tblPr/>
              <a:tblGrid>
                <a:gridCol w="3474720"/>
                <a:gridCol w="493776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Bad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Good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correct total when items are added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redirects to dashboard after successful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throws ValidationError when email is invalid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0 when cart is 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doesSomething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confirmation email after order is placed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null when user is not found in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"[unit] [action/condition] [expected result]"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— Unit Testing Exercise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UserService class with methods: findById(id), create(data), delete(id). Write unit tests covering: happy paths, not-found cases, and validation errors.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beforeEach to reset state between tests. Verify tests are truly isolated by changing the order — results should not change.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matcher variety: use at least 6 different Jest matchers across your test suite (toEqual, toThrow, toContain, etc.)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Implement a validateEmail(email) function using TDD — write 5 tests first, then implement!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Reports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and interpreting test coverage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Test Coverage?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measures what percentage of your source code is executed by tests.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individual statements executed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basic coverage metric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code run at least once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80/100 statements → 80% coverage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0580" y="16916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774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774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branches (if/else) exercised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thorough than statement coverage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both true AND false branches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bugs in untested conditions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Coverage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functions/methods called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any functions never tested at all?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improve by adding basic calls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baseline metric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058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0580" y="33832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774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774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lines of code executed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statement but per-line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commonly reported metric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typically 80%+ for production code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Coverage with Jest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coverage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09344"/>
            <a:ext cx="2697480" cy="333756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64208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once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jest --coverage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package.json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"test:coverage": "jest --coverage"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18688" y="12618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jest.config.js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609344"/>
            <a:ext cx="2697480" cy="333756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664208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collectCoverage: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collectCoverageFrom: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"src/**/*.{js,ts}",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"!src/**/*.d.ts",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"!src/index.js"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coverageDirectory: "coverage",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coverageReporters: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"text", "lcov", "html"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71616" y="12618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thresholds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1609344"/>
            <a:ext cx="2697480" cy="333756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664208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coverageThreshold: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global: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80,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functions: 85,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lines: 80,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statements: 80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Per file: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"./src/utils.js":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lines: 95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937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output: text table in terminal  |  HTML report in /coverage/lcov-report/index.html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Common Misconceptions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≠ bug-free code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coverage can still miss bugs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covered but assertions are wrong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flaw not caught by any assertion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≠ correctness of 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test calls function but never asserts result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0580" y="169164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774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coverage looks like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774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80%+ lines/branches as a team standard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 critical business logic (payments, auth)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for UI components is often acceptable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a floor, not a ceiling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coverage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writing "empty" tests just to hit % target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 everything so nothing real is tested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code review for test quality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gates prevent regression but not bad tests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058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0580" y="338328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774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/ V8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774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uses Istanbul or V8 for coverage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is faster (built into Node.js v8 engine)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Istanbul: more detailed line/branch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coverageProvider: "v8" or "babel"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— Coverage Exercise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coverage in your project from the last exercise. Run: jest --coverage and examine the output table.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HTML coverage report in /coverage/lcov-report/. Find the uncovered lines (shown in red). Write tests to cover them.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coverageThreshold of 80% to jest.config.js. Verify that going below the threshold fails the test run.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function where 100% coverage would be critical (e.g., a payment calculator). Achieve 100% coverage for it.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Mocks, Spies &amp; Stubs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dependencies in unit tests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Test Doubles?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'Test Double' is any object that replaces a real dependency in tests.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Without Doubles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call real databases → slow &amp; unreliable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call real email APIs → sends real emails!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go down → tests fail randomly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depend on network speed → flaky timing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69164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0580" y="16916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7740" y="180136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7740" y="218541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predefined responses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logic — just canned values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you don't care HOW it was called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stub database.findUser() returns {id:1}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how a function was called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calls, arguments, call count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you need to verify interactions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assert email.send() was called once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0580" y="3383280"/>
            <a:ext cx="41376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0580" y="338328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7740" y="3493008"/>
            <a:ext cx="3909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7740" y="3877056"/>
            <a:ext cx="39090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real function — calls through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calls while keeping real behavior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real behavior needed + call verification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spy on console.log to check output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Mocks — jest.fn() and jest.mock()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754880" cy="36576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4572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jest.fn() — create mock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mockSendEmail = jest.fn();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mockSendEmail.mockReturnValue(true);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mockSendEmail.mockResolvedValue({sent:true});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mockSendEmail.mockRejectedValue(new Error());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 on calls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expect(mockSendEmail).toHaveBeenCalled();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expect(mockSendEmail).toHaveBeenCalledTimes(1);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expect(mockSendEmail).toHaveBeenCalledWith(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'user@example.com', 'Welcome!'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jest.mock() — mock entire module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jest.mock('./emailService');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emailService from './emailService';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emailService.send.mockReturnValue(true);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Auto-mock all methods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jest.mock('./database');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57800" y="1234440"/>
            <a:ext cx="3520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7800" y="123444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672" y="1289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mockReturnValue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76672" y="1581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value synchronously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57800" y="2167128"/>
            <a:ext cx="3520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2167128"/>
            <a:ext cx="6400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221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mockResolvedValue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6672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resolved Promise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3099816"/>
            <a:ext cx="3520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3099816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mockRejectedValue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76672" y="3447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rejected Promise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57800" y="4032504"/>
            <a:ext cx="3520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4032504"/>
            <a:ext cx="6400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4087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mockImplementation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76672" y="43799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logic per call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Spies — jest.spyOn()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754880" cy="36576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4572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Spy on an object method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new UserService();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spy = jest.spyOn(user, 'sendWelcomeEmail');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Calls through to real method by default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user.register({ email: 'a@b.com'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expect(spy).toHaveBeenCalledTimes(1);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override the implementation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spy.mockImplementation(() =&gt; 'mocked!');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Spy on module export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* as utils from './utils';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spy = jest.spyOn(utils, 'formatDate');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spy.mockReturnValue('01/01/2024');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Restore originals after each 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afterEach(()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jest.restoreAllMocks();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Spy on console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warnSpy = jest.spyOn(console, 'warn')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.mockImplementation(() =&gt; {});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57800" y="1234440"/>
            <a:ext cx="3520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7800" y="123444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672" y="1289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Spy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76672" y="1581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behavior + call tracking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57800" y="2167128"/>
            <a:ext cx="3520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2167128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221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Mocks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6672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restore in afterEach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3099816"/>
            <a:ext cx="3520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7800" y="3099816"/>
            <a:ext cx="6400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vs Mock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76672" y="3447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Spy: wraps real implementation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57800" y="4032504"/>
            <a:ext cx="3520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4032504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4087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76672" y="43799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restore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 Modules — Real-World Examples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8412480" cy="36576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Mock axios / fetch 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jest.mock('axios');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axios from 'axios';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axios.get.mockResolvedValue({ data: { users: [{ id: 1 }] }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Mock a local service (factory pattern) 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jest.mock('./services/emailService', () =&gt; 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sendWelcome: jest.fn().mockResolvedValue({ sent: true }),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sendReset: jest.fn().mockResolvedValue({ sent: true }),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Mock environment variables 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process.env.API_KEY = 'test-key-123';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Mock Date 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jest.useFakeTimers();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jest.setSystemTime(new Date('2024-01-15'));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run tests that depend on current 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jest.useRealTimers();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Mock fs (file system) 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jest.mock('fs');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fs from 'fs';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fs.readFileSync.mockReturnValue('file content here');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— Mocks &amp; Spies Exercise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OrderService that depends on EmailService and PaymentService. Mock both dependencies and write tests verifying: (a) payment was charged, (b) confirmation email was sent.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jest.spyOn to spy on console.warn. Write a function that warns for invalid input, and verify the warning was triggered with the right message.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the built-in fetch API. Write a function that fetches user data and write tests for both success and failure (network error) paths.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Practice the module factory pattern. Mock an entire module using jest.mock() with a factory function.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Test Strategy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tests into your delivery pipeline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 CI/CD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37160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71600"/>
            <a:ext cx="12801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1920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feature branch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27048" y="1783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91640" y="137160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1371600"/>
            <a:ext cx="12801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920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runs all unit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(&lt; 1 min)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90088" y="1783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54680" y="137160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371600"/>
            <a:ext cx="12801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54680" y="1920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DB integration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(&lt; 5 min)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53128" y="1783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17720" y="137160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371600"/>
            <a:ext cx="12801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1920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compiled,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16168" y="1783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80760" y="137160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1371600"/>
            <a:ext cx="12801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1920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runs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79208" y="1783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43800" y="1371600"/>
            <a:ext cx="1280160" cy="12801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1371600"/>
            <a:ext cx="12801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43800" y="19202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880360"/>
            <a:ext cx="27127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880360"/>
            <a:ext cx="64008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99008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Example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374136"/>
            <a:ext cx="2484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[push, pull_request]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jobs: test → runs npm 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jobs: coverage → fails if &lt; 80%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jobs: e2e → runs Playwright on preview URL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15640" y="2880360"/>
            <a:ext cx="27127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15640" y="2880360"/>
            <a:ext cx="6400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2800" y="299008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52800" y="3374136"/>
            <a:ext cx="2484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tests first (fail fast)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slow tests across workers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node_modules between runs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PR merge if tests fail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coverage to PR comments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65520" y="2880360"/>
            <a:ext cx="27127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65520" y="288036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02680" y="299008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Gates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02680" y="3374136"/>
            <a:ext cx="2484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merge if unit tests fail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deploy if coverage drops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E2E failures post-deploy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trigger if smoke tests fail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Your Test Strategy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Risk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critical business flows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features, if broken, lose users/money?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coverage on high-risk areas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auth, and data integrity = highest risk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564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2344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80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Choose Your Pyramid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280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 ratios (70/20/10 as baseline)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based on app type (UI-heavy = more component)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coverage thresholds per layer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team consensus on targets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552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123444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268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Pick Tools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268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one test runner (Jest or Vitest)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E2E framework (Playwright recommended)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Component: React Testing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tool proliferation = maintenance hell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Enforce in CI/CD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test steps to CI pipeline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coverage gates (block if under threshold)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on staging before prod deploy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tracking and ownership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564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5640" y="29260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280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Culture &amp; Process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5280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part of 'Definition of Done'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includes test quality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on complex test scenarios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catching bugs before prod!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6552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65520" y="292608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268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Monitor &amp; Improve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0268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flaky tests in a log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test failures in retros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delete/update stale 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tests per PR, test time, flakiness %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92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64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Strategy Workshop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test strategy for a Social Media app (user posts, comments, likes, notifications, DMs). What test types would you use? What coverage targets?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simple GitHub Actions workflow YAML that: runs unit tests on every push, runs E2E tests only on PRs to main, and blocks merges if tests fail.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3 'high-risk' features in an app you know. For each, write what tests would give you maximum confidence with minimum effort.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BONUS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· Property-based · Testing async · Patterns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— Behavior Driven Development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 in plain English that business stakeholders can read and verify.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406908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Gherkin Syntax (Cucumber / SpecFlow)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 User Login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Successful 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I am on the login page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I enter valid credentials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I click the Login button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I should be redirected to the dashboard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I should see a welcome message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Scenario: Failed 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Given I am on the login page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I enter invalid credentials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I should see an error message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I should remain on the login page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8412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91640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0136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185416"/>
            <a:ext cx="8183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Cucumber.js (Node)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SpecFlow (.NET)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 (Python)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(has describe/it BDD syntax)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64008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9008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8183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language between devs &amp; business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double as living documentation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can write/review scenarios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complex business rules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6908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7880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jest-cucumber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562856"/>
            <a:ext cx="8183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Gherkin with Jest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defineFeature() links .feature file to 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TypeScript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Async Code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8412480" cy="36576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async/await (recommended) 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it('fetches user data', async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fetchUser(1);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expect(user.name).toBe('Alice');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Testing rejected promises 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it('throws when user not found', async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expect(fetchUser(999)).rejects.toThrow('User not found');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Fake timers for setTimeout/setInterval 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it('calls callback after 1 second',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jest.useFakeTimers();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callback = jest.fn();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delayedCall(callback, 1000);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jest.advanceTimersByTime(1000);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expect(callback).toHaveBeenCalledTimes(1);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jest.useRealTimers();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waitFor — wait for async updates (React Testing Library) 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it('shows loaded data', async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render(&lt;UserList /&gt;);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waitFor(() =&gt; expect(screen.getByText('Alice')).toBeVisible());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Testing Patterns &amp; Anti-Patterns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Page Object Model (POM)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 UI selectors &amp; actions in classes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LoginPage.fillEmail().submit()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E2E tests — change selector in one place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pattern for Playwright/Selenium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564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23444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80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 Factory Pattern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280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createUser({...overrides}) helper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test data with defaults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create variations per 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repeated setup in every 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5520" y="123444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1234440"/>
            <a:ext cx="64008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2680" y="134416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Given-When-Then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2680" y="172821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tests like a story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precondition / setup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the action taken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assertion / expected outcome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554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Testing Implementation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internal state (private vars)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method call order (too brittle)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break on refactor even if behavior is same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BEHAVIOR not HOW code works internally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564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5640" y="29260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280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Mystery Guest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5280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depends on data set up somewhere else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understand what's being tested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fail for mysterious reasons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set up data explicitly in each test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65520" y="2926080"/>
            <a:ext cx="27127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65520" y="2926080"/>
            <a:ext cx="64008" cy="1554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2680" y="3035808"/>
            <a:ext cx="248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God Test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02680" y="3419856"/>
            <a:ext cx="2484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with 20+ assertions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multiple behaviors at once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fails, hard to know what broke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one behavior per test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prevents costly bugs and validates that code works correctly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91440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91440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05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5848" y="12618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Pyramid: 70% unit · 20% integration · 10% E2E for ideal balance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91440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91440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005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08776" y="12618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type has a purpose — use the right tool for the right job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86000"/>
            <a:ext cx="6400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77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6334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(Red→Green→Refactor) leads to better design and built-in coverage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228600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228600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377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M05-06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26334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is the standard — setup is simple, configuration is flexible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28600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228600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2377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8776" y="26334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clean tests: AAA pattern, descriptive names, one assertion per test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65760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0050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a guide, not a goal — 80%+ on critical code paths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18688" y="365760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18688" y="3657600"/>
            <a:ext cx="6400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55848" y="40050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Mocks, Spies &amp; Stubs give full control over dependencies for true isolation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71616" y="3657600"/>
            <a:ext cx="269748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71616" y="3657600"/>
            <a:ext cx="6400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08776" y="40050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tests in CI/CD to catch regressions before they reach production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jestjs.io  ·  testing-library.com  ·  playwright.dev  ·  martinfowler.com/testing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— Complete 3-Hour Course</dc:title>
  <dc:subject>PptxGenJS Presentation</dc:subject>
  <dc:creator>PptxGenJS</dc:creator>
  <cp:lastModifiedBy>PptxGenJS</cp:lastModifiedBy>
  <cp:revision>1</cp:revision>
  <dcterms:created xsi:type="dcterms:W3CDTF">2026-03-07T17:51:08Z</dcterms:created>
  <dcterms:modified xsi:type="dcterms:W3CDTF">2026-03-07T17:51:08Z</dcterms:modified>
</cp:coreProperties>
</file>